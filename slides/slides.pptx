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0F08AE-226A-44A2-81D5-3C71086304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2F05495-B1DC-4BA9-8993-D558CF6631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0000" cy="434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25120" y="1825560"/>
            <a:ext cx="5130000" cy="434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D17E219-AD13-4AB6-9DB2-7B3C2FFFCA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DA5AF10-AAFB-4E09-BE32-D70706290F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4DAA4F1-6679-4215-B8C2-A0C5F9B903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1938B62-383D-44CF-8D88-CC64E19F7E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10AEF98-F190-4F13-9C71-CC0CB56BA0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6DD2023-7D1C-4A66-8090-1CE9379726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A568487-8051-4C06-8F70-3AAB8D1E93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D501D22-03DC-405D-BBFD-C8A2C1EA19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08B7C3-1A22-403C-96D7-0EBEB598E9BE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418D09-D7E7-4649-9D1E-4E9E38E3F31C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29640" cy="434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25120" y="1825560"/>
            <a:ext cx="5129640" cy="434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162DAA-5F35-463B-BBEE-12E75A9E3587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05E8C3-2744-44C0-8399-CF40286887BC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8B8297-F77B-4FA1-9A72-1B95D5A56A99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1C56B6-C140-41B2-B3A5-170F55CAE156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97445B-8973-46FF-AE60-6DB7584A7D15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D26D11-BFC9-4A30-8DF5-1F45146A81A1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FA5281-6C46-4A70-8101-96A454353F74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FF7B01-45E9-42C6-9952-C26060F85AD2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523880" y="2653920"/>
            <a:ext cx="9140760" cy="157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Методы сопровождения пользователя при выполнении инструкций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1499040" y="4691520"/>
            <a:ext cx="9140760" cy="9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Студент: Спирин Михаил Павлович ИУ7-73Б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Научный руководитель: Волкова Лилия Леонидовна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86;p13"/>
          <p:cNvSpPr/>
          <p:nvPr/>
        </p:nvSpPr>
        <p:spPr>
          <a:xfrm>
            <a:off x="5151960" y="6078240"/>
            <a:ext cx="178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Москва, 2025 г.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Google Shape;87;p13" descr=""/>
          <p:cNvPicPr/>
          <p:nvPr/>
        </p:nvPicPr>
        <p:blipFill>
          <a:blip r:embed="rId1"/>
          <a:stretch/>
        </p:blipFill>
        <p:spPr>
          <a:xfrm>
            <a:off x="951480" y="475560"/>
            <a:ext cx="1141560" cy="129024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88;p13"/>
          <p:cNvSpPr/>
          <p:nvPr/>
        </p:nvSpPr>
        <p:spPr>
          <a:xfrm>
            <a:off x="951480" y="463680"/>
            <a:ext cx="102355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Министерство науки и высшего образования Российской Федерации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Федеральное государственное автономное образовательное учреждение высшего образования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«Московский государственный технический университет имени Н.Э. Баумана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(национальный исследовательский университет)»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(МГТУ им. Н.Э. Баумана)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89;p13"/>
          <p:cNvSpPr/>
          <p:nvPr/>
        </p:nvSpPr>
        <p:spPr>
          <a:xfrm>
            <a:off x="2764440" y="1850040"/>
            <a:ext cx="66596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Презентация к научной  работе на тему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454320"/>
            <a:ext cx="10512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Формализованная постановка задачи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2286000" y="1599480"/>
            <a:ext cx="7548120" cy="469836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4"/>
          <p:cNvSpPr/>
          <p:nvPr/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20207F49-CC7B-405F-AE94-19CE273A5FA5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Сравнение методов планирования действий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1448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Методы теории принятия решений были разработаны для решения задач с множеством слабоструктурированных критериев</a:t>
            </a: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3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AF405B-2662-4B26-8855-319BC09D1438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56" name="Таблица 4"/>
          <p:cNvGraphicFramePr/>
          <p:nvPr/>
        </p:nvGraphicFramePr>
        <p:xfrm>
          <a:off x="838080" y="2802960"/>
          <a:ext cx="10514520" cy="2105280"/>
        </p:xfrm>
        <a:graphic>
          <a:graphicData uri="http://schemas.openxmlformats.org/drawingml/2006/table">
            <a:tbl>
              <a:tblPr/>
              <a:tblGrid>
                <a:gridCol w="1752480"/>
                <a:gridCol w="1752480"/>
                <a:gridCol w="1752480"/>
                <a:gridCol w="1752480"/>
                <a:gridCol w="1752480"/>
                <a:gridCol w="1752480"/>
              </a:tblGrid>
              <a:tr h="83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Подход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Требование к числовым или категориальным данным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Учёт субъективных факторов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Поддержка неполных данных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Устойчивость к изменениям критериев и входных данных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Наличие ранжирования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26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МАИ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Категориальные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Да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Частично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Средняя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Да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55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ELECTRE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Смешанные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Да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Да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Высокая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Частично (попарное)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55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TOPSIS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Числовые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Нет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Нет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Средняя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Да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Выводы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Среди рассмотренных методов МАИ наиболее подходит для решения задачи поддержки пользователя при выполнении инструкции, так как он лучше других подходит для учёта экспертных оценок, которые являются главным источником информации в данной задаче.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В результате  работы метода ELECTRE  необходимо дополнительно обрабатывать полученные результаты для нахождения лучшей альтернативы.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Метод TOPSIS является наиболее точным, однако в данной задаче присутствует малое количество точных числовых данных, из-за чего он неэффективен.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104A74-BBF2-4419-9697-C4C99A9E80E9}" type="slidenum">
              <a:rPr b="0" lang="ru-RU" sz="1200" spc="-1" strike="noStrike">
                <a:solidFill>
                  <a:srgbClr val="888888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</TotalTime>
  <Application>LibreOffice/24.2.7.2$Linux_X86_64 LibreOffice_project/420$Build-2</Application>
  <AppVersion>15.0000</AppVersion>
  <Words>595</Words>
  <Paragraphs>108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2026-02-19T19:36:58Z</dcterms:modified>
  <cp:revision>42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8</vt:i4>
  </property>
</Properties>
</file>